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0DEAB902-B039-471B-8FF8-5E5686D92D6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B6A7608A-3034-4A8F-9A5C-874628F909A8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172887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B902-B039-471B-8FF8-5E5686D92D6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7608A-3034-4A8F-9A5C-874628F909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941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B902-B039-471B-8FF8-5E5686D92D6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7608A-3034-4A8F-9A5C-874628F909A8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21451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B902-B039-471B-8FF8-5E5686D92D6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7608A-3034-4A8F-9A5C-874628F909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1070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B902-B039-471B-8FF8-5E5686D92D6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7608A-3034-4A8F-9A5C-874628F909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140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B902-B039-471B-8FF8-5E5686D92D6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7608A-3034-4A8F-9A5C-874628F909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8855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B902-B039-471B-8FF8-5E5686D92D6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7608A-3034-4A8F-9A5C-874628F909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986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B902-B039-471B-8FF8-5E5686D92D6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7608A-3034-4A8F-9A5C-874628F909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034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B902-B039-471B-8FF8-5E5686D92D6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7608A-3034-4A8F-9A5C-874628F909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906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B902-B039-471B-8FF8-5E5686D92D6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7608A-3034-4A8F-9A5C-874628F909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8017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B902-B039-471B-8FF8-5E5686D92D6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7608A-3034-4A8F-9A5C-874628F909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725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DEAB902-B039-471B-8FF8-5E5686D92D65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6A7608A-3034-4A8F-9A5C-874628F909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7574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Программа для учёта книг в домашней библиотеке</a:t>
            </a:r>
          </a:p>
          <a:p>
            <a:endParaRPr lang="ru-RU" dirty="0"/>
          </a:p>
          <a:p>
            <a:r>
              <a:rPr lang="ru-RU" dirty="0"/>
              <a:t>Выполнили </a:t>
            </a:r>
            <a:r>
              <a:rPr lang="ru-RU" dirty="0" err="1"/>
              <a:t>Нежурин</a:t>
            </a:r>
            <a:r>
              <a:rPr lang="ru-RU" dirty="0"/>
              <a:t> Андрей и </a:t>
            </a:r>
            <a:r>
              <a:rPr lang="ru-RU" dirty="0" err="1"/>
              <a:t>Дакуко</a:t>
            </a:r>
            <a:r>
              <a:rPr lang="ru-RU"/>
              <a:t> Марина </a:t>
            </a:r>
            <a:r>
              <a:rPr lang="ru-RU" dirty="0"/>
              <a:t>9ИС-340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197" y="2474314"/>
            <a:ext cx="7113621" cy="203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082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1210525"/>
          </a:xfrm>
        </p:spPr>
        <p:txBody>
          <a:bodyPr/>
          <a:lstStyle/>
          <a:p>
            <a:r>
              <a:rPr lang="ru-RU" dirty="0"/>
              <a:t>Почему это?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61872" y="2488223"/>
            <a:ext cx="9418320" cy="1691640"/>
          </a:xfrm>
        </p:spPr>
        <p:txBody>
          <a:bodyPr/>
          <a:lstStyle/>
          <a:p>
            <a:r>
              <a:rPr lang="ru-RU" dirty="0"/>
              <a:t>Мы сначала пытались определиться с темой, и пришли к идеи о </a:t>
            </a:r>
            <a:r>
              <a:rPr lang="en-US" dirty="0"/>
              <a:t>“</a:t>
            </a:r>
            <a:r>
              <a:rPr lang="ru-RU" dirty="0"/>
              <a:t>библиотеке</a:t>
            </a:r>
            <a:r>
              <a:rPr lang="en-US" dirty="0"/>
              <a:t>”</a:t>
            </a:r>
            <a:r>
              <a:rPr lang="ru-RU" dirty="0"/>
              <a:t> где можно было бы хранить все свои имеющиеся книги и ориентироваться среди них. Узнать что ты уже читал, а что нет? Отлично, отметишь в программе. Узнать сколько книг у тебя от одного автора? Тоже можно.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335" y="4079631"/>
            <a:ext cx="4049957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49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8975" y="758952"/>
            <a:ext cx="9418320" cy="1087433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 выглядело на самых первых этапах</a:t>
            </a:r>
          </a:p>
        </p:txBody>
      </p:sp>
      <p:sp>
        <p:nvSpPr>
          <p:cNvPr id="5" name="AutoShape 2" descr="blob:https://web.telegram.org/e30073b3-7bf7-497a-9d74-f4119b61ceb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75" y="1846385"/>
            <a:ext cx="5492017" cy="359984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905" y="2716823"/>
            <a:ext cx="5742609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929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1918" y="178660"/>
            <a:ext cx="9418320" cy="1034679"/>
          </a:xfrm>
        </p:spPr>
        <p:txBody>
          <a:bodyPr/>
          <a:lstStyle/>
          <a:p>
            <a:r>
              <a:rPr lang="ru-RU" dirty="0"/>
              <a:t>Как шёл прогресс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99" y="1292469"/>
            <a:ext cx="10703169" cy="535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749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1061056"/>
          </a:xfrm>
        </p:spPr>
        <p:txBody>
          <a:bodyPr>
            <a:normAutofit fontScale="90000"/>
          </a:bodyPr>
          <a:lstStyle/>
          <a:p>
            <a:r>
              <a:rPr lang="ru-RU" dirty="0"/>
              <a:t>В конечном своём виде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61872" y="1881554"/>
            <a:ext cx="9418320" cy="1691640"/>
          </a:xfrm>
        </p:spPr>
        <p:txBody>
          <a:bodyPr/>
          <a:lstStyle/>
          <a:p>
            <a:r>
              <a:rPr lang="ru-RU" dirty="0"/>
              <a:t>Имеет два рабочих окна для контактирования с программой, приятный не режущий глаза интерфейс со смешным </a:t>
            </a:r>
            <a:r>
              <a:rPr lang="ru-RU" dirty="0" err="1"/>
              <a:t>маскотом</a:t>
            </a:r>
            <a:r>
              <a:rPr lang="ru-RU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47" y="2826833"/>
            <a:ext cx="5237285" cy="270865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615" y="3474166"/>
            <a:ext cx="5940669" cy="307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005704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15</TotalTime>
  <Words>105</Words>
  <Application>Microsoft Office PowerPoint</Application>
  <PresentationFormat>Широкоэкранный</PresentationFormat>
  <Paragraphs>9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Century Schoolbook</vt:lpstr>
      <vt:lpstr>Wingdings 2</vt:lpstr>
      <vt:lpstr>View</vt:lpstr>
      <vt:lpstr>Презентация PowerPoint</vt:lpstr>
      <vt:lpstr>Почему это?</vt:lpstr>
      <vt:lpstr>Как выглядело на самых первых этапах</vt:lpstr>
      <vt:lpstr>Как шёл прогресс</vt:lpstr>
      <vt:lpstr>В конечном своём виде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Книга-Грыз</dc:title>
  <dc:creator>user</dc:creator>
  <cp:lastModifiedBy>user</cp:lastModifiedBy>
  <cp:revision>5</cp:revision>
  <dcterms:created xsi:type="dcterms:W3CDTF">2025-11-05T05:46:19Z</dcterms:created>
  <dcterms:modified xsi:type="dcterms:W3CDTF">2025-11-07T07:49:39Z</dcterms:modified>
</cp:coreProperties>
</file>